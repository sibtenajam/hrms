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2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66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6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24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5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8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5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0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1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5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36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6958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2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51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44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2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373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HR-AI Manager  |  Artificial Intelligence Project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3886200" cy="671169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28346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HR-AI</a:t>
            </a:r>
            <a:br/>
            <a:r>
              <a:t>MANAGER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An Intelligent AI-Powered Human Resource Management and Employee Affairs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1430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756"/>
                </a:solidFill>
                <a:latin typeface="Aptos Display"/>
              </a:defRPr>
            </a:pPr>
            <a:r>
              <a:t>Project Proposal</a:t>
            </a:r>
          </a:p>
          <a:p>
            <a:pPr>
              <a:defRPr sz="1500">
                <a:solidFill>
                  <a:srgbClr val="5F6973"/>
                </a:solidFill>
                <a:latin typeface="Aptos"/>
              </a:defRPr>
            </a:pPr>
            <a:r>
              <a:t>Subject: Artificial Intelligence  •  AI-integrated HR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834640"/>
            <a:ext cx="65836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66092"/>
                </a:solidFill>
              </a:defRPr>
            </a:pPr>
            <a:r>
              <a:t>Presented by</a:t>
            </a:r>
          </a:p>
          <a:p>
            <a:pPr>
              <a:spcAft>
                <a:spcPts val="500"/>
              </a:spcAft>
              <a:defRPr sz="1700">
                <a:solidFill>
                  <a:srgbClr val="23282D"/>
                </a:solidFill>
              </a:defRPr>
            </a:pPr>
            <a:r>
              <a:t>AHMED WAQAR ANFA</a:t>
            </a:r>
          </a:p>
          <a:p>
            <a:pPr>
              <a:spcAft>
                <a:spcPts val="500"/>
              </a:spcAft>
              <a:defRPr sz="1700">
                <a:solidFill>
                  <a:srgbClr val="23282D"/>
                </a:solidFill>
              </a:defRPr>
            </a:pPr>
            <a:r>
              <a:t>USMAN ALI ZAFAR</a:t>
            </a:r>
          </a:p>
          <a:p>
            <a:pPr>
              <a:spcAft>
                <a:spcPts val="500"/>
              </a:spcAft>
              <a:defRPr sz="1700">
                <a:solidFill>
                  <a:srgbClr val="23282D"/>
                </a:solidFill>
              </a:defRPr>
            </a:pPr>
            <a:r>
              <a:t>SOHAIB JAMIL</a:t>
            </a:r>
          </a:p>
          <a:p>
            <a:pPr>
              <a:spcAft>
                <a:spcPts val="500"/>
              </a:spcAft>
              <a:defRPr sz="1700">
                <a:solidFill>
                  <a:srgbClr val="23282D"/>
                </a:solidFill>
              </a:defRPr>
            </a:pPr>
            <a:r>
              <a:t>M ANSHAL HAIDER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08122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rPr b="1"/>
              <a:t>1. Functional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853" y="6473952"/>
            <a:ext cx="30893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 b="1"/>
              <a:t>HR-AI Manager  |  Artificial Intelligence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5750" y="1097280"/>
            <a:ext cx="3761074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1965960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41247" y="1225295"/>
            <a:ext cx="23678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Employee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64207"/>
            <a:ext cx="2874105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Profiles, department, designation, joining date, salary and employment status.</a:t>
            </a:r>
            <a:br>
              <a:rPr b="1" dirty="0"/>
            </a:br>
            <a:r>
              <a:rPr b="1" dirty="0"/>
              <a:t>AI assists authorized natural-language information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97280"/>
            <a:ext cx="3493008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Rectangle 9"/>
          <p:cNvSpPr/>
          <p:nvPr/>
        </p:nvSpPr>
        <p:spPr>
          <a:xfrm>
            <a:off x="4434840" y="1097280"/>
            <a:ext cx="73152" cy="19659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4636008" y="1225295"/>
            <a:ext cx="12681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664207"/>
            <a:ext cx="2977575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Present/absent/late/half-day, working hours, overtime and attendance percentage.</a:t>
            </a:r>
            <a:br>
              <a:rPr b="1" dirty="0"/>
            </a:br>
            <a:r>
              <a:rPr b="1" dirty="0"/>
              <a:t>AI detects repeated lateness, absence and unusual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923544"/>
            <a:ext cx="3888945" cy="2139696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73152" cy="196596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8430768" y="1225295"/>
            <a:ext cx="26933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lang="en-US" b="1" dirty="0" smtClean="0"/>
              <a:t>Recruitment </a:t>
            </a:r>
            <a:r>
              <a:rPr b="1" dirty="0" smtClean="0"/>
              <a:t>Management</a:t>
            </a:r>
            <a:endParaRPr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430768" y="1664207"/>
            <a:ext cx="3331304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lang="en-US" b="1" dirty="0" smtClean="0"/>
              <a:t>Get resume/cv via emails, extract pdf and matches the skills with job description and email the candidate as a follow up and later schedule interviews</a:t>
            </a:r>
            <a:endParaRPr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3493008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73152" cy="1965960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TextBox 18"/>
          <p:cNvSpPr txBox="1"/>
          <p:nvPr/>
        </p:nvSpPr>
        <p:spPr>
          <a:xfrm>
            <a:off x="841247" y="3557016"/>
            <a:ext cx="16434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Payroll &amp; Salary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6" y="3995928"/>
            <a:ext cx="3291841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Basic salary, allowances, overtime, deductions, bonuses, dues and net salary.</a:t>
            </a:r>
            <a:br>
              <a:rPr b="1" dirty="0"/>
            </a:br>
            <a:r>
              <a:rPr b="1" dirty="0"/>
              <a:t>AI explains calculations and flags unusual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29000"/>
            <a:ext cx="3493008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Rectangle 21"/>
          <p:cNvSpPr/>
          <p:nvPr/>
        </p:nvSpPr>
        <p:spPr>
          <a:xfrm>
            <a:off x="4434840" y="3429000"/>
            <a:ext cx="73152" cy="19659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" name="TextBox 22"/>
          <p:cNvSpPr txBox="1"/>
          <p:nvPr/>
        </p:nvSpPr>
        <p:spPr>
          <a:xfrm>
            <a:off x="4636008" y="3557016"/>
            <a:ext cx="19294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Dues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3995928"/>
            <a:ext cx="2977575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Loans, advances</a:t>
            </a:r>
            <a:r>
              <a:rPr b="1" dirty="0" smtClean="0"/>
              <a:t>, </a:t>
            </a:r>
            <a:r>
              <a:rPr b="1" dirty="0"/>
              <a:t>paid/remaining amount and due status.</a:t>
            </a:r>
            <a:br>
              <a:rPr b="1" dirty="0"/>
            </a:br>
            <a:r>
              <a:rPr b="1" dirty="0"/>
              <a:t>AI answers dues queries and assists with reminders.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1" y="3429000"/>
            <a:ext cx="3815793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6" name="Rectangle 25"/>
          <p:cNvSpPr/>
          <p:nvPr/>
        </p:nvSpPr>
        <p:spPr>
          <a:xfrm>
            <a:off x="8229600" y="3429000"/>
            <a:ext cx="73152" cy="196596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7" name="TextBox 26"/>
          <p:cNvSpPr txBox="1"/>
          <p:nvPr/>
        </p:nvSpPr>
        <p:spPr>
          <a:xfrm>
            <a:off x="8421624" y="3508783"/>
            <a:ext cx="16131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AI HR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1" y="3973068"/>
            <a:ext cx="3671075" cy="65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Conversational HR interaction with natural-language understanding, authorized data retrieval, explanations and summaries.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05123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rPr b="1" dirty="0"/>
              <a:t>2. </a:t>
            </a:r>
            <a:r>
              <a:rPr lang="en-US" b="1" dirty="0" smtClean="0"/>
              <a:t>How AI Works as HR</a:t>
            </a:r>
            <a:r>
              <a:rPr b="1" dirty="0" smtClean="0"/>
              <a:t> </a:t>
            </a:r>
            <a:endParaRPr b="1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1371600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41247" y="1225295"/>
            <a:ext cx="27674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Natural-Language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64207"/>
            <a:ext cx="4815121" cy="466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Employees can ask questions such as </a:t>
            </a:r>
            <a:r>
              <a:rPr lang="en-US" b="1" dirty="0" smtClean="0"/>
              <a:t>no. of </a:t>
            </a:r>
            <a:r>
              <a:rPr b="1" dirty="0" smtClean="0"/>
              <a:t>leave </a:t>
            </a:r>
            <a:r>
              <a:rPr b="1" dirty="0"/>
              <a:t>balance or why salary 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73152" cy="13716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6464808" y="1225295"/>
            <a:ext cx="24123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Attendance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664207"/>
            <a:ext cx="4563819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Finds repeated lateness, frequent absence and unusual attendance trends.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73152" cy="13716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841247" y="2825496"/>
            <a:ext cx="26148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lang="en-US" b="1" dirty="0" err="1" smtClean="0"/>
              <a:t>Recruicment</a:t>
            </a:r>
            <a:r>
              <a:rPr b="1" dirty="0" smtClean="0"/>
              <a:t> </a:t>
            </a:r>
            <a:r>
              <a:rPr b="1" dirty="0"/>
              <a:t>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64408"/>
            <a:ext cx="4741406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 smtClean="0"/>
              <a:t>Explains</a:t>
            </a:r>
            <a:r>
              <a:rPr lang="en-US" b="1" dirty="0" smtClean="0"/>
              <a:t> job </a:t>
            </a:r>
            <a:r>
              <a:rPr lang="en-US" b="1" dirty="0" err="1" smtClean="0"/>
              <a:t>description,analyze</a:t>
            </a:r>
            <a:r>
              <a:rPr lang="en-US" b="1" dirty="0" smtClean="0"/>
              <a:t> CV’S and schedule interviews</a:t>
            </a:r>
            <a:endParaRPr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6263640" y="26974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Rectangle 17"/>
          <p:cNvSpPr/>
          <p:nvPr/>
        </p:nvSpPr>
        <p:spPr>
          <a:xfrm>
            <a:off x="6263640" y="2697480"/>
            <a:ext cx="73152" cy="1371600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TextBox 18"/>
          <p:cNvSpPr txBox="1"/>
          <p:nvPr/>
        </p:nvSpPr>
        <p:spPr>
          <a:xfrm>
            <a:off x="6464808" y="2825496"/>
            <a:ext cx="18758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Leave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264408"/>
            <a:ext cx="4554193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Understands requests, summarizes them and identifies missing clarification.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976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Rectangle 21"/>
          <p:cNvSpPr/>
          <p:nvPr/>
        </p:nvSpPr>
        <p:spPr>
          <a:xfrm>
            <a:off x="640080" y="4297680"/>
            <a:ext cx="73152" cy="13716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" name="TextBox 22"/>
          <p:cNvSpPr txBox="1"/>
          <p:nvPr/>
        </p:nvSpPr>
        <p:spPr>
          <a:xfrm>
            <a:off x="841247" y="4425696"/>
            <a:ext cx="21114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lang="en-US" b="1" dirty="0" smtClean="0"/>
              <a:t>Sync with Database</a:t>
            </a:r>
            <a:endParaRPr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41247" y="4864608"/>
            <a:ext cx="4982037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Turns large attendance, payroll and dues datasets </a:t>
            </a:r>
            <a:r>
              <a:rPr lang="en-US" b="1" dirty="0" smtClean="0"/>
              <a:t>and sync it with database and maintain records</a:t>
            </a:r>
            <a:r>
              <a:rPr b="1" dirty="0" smtClean="0"/>
              <a:t>.</a:t>
            </a:r>
            <a:endParaRPr b="1" dirty="0"/>
          </a:p>
        </p:txBody>
      </p:sp>
      <p:sp>
        <p:nvSpPr>
          <p:cNvPr id="25" name="Rounded Rectangle 24"/>
          <p:cNvSpPr/>
          <p:nvPr/>
        </p:nvSpPr>
        <p:spPr>
          <a:xfrm>
            <a:off x="6263640" y="4297680"/>
            <a:ext cx="52578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6" name="Rectangle 25"/>
          <p:cNvSpPr/>
          <p:nvPr/>
        </p:nvSpPr>
        <p:spPr>
          <a:xfrm>
            <a:off x="6263640" y="4297680"/>
            <a:ext cx="73152" cy="13716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7" name="TextBox 26"/>
          <p:cNvSpPr txBox="1"/>
          <p:nvPr/>
        </p:nvSpPr>
        <p:spPr>
          <a:xfrm>
            <a:off x="6464808" y="4425696"/>
            <a:ext cx="30791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 dirty="0"/>
              <a:t>AI </a:t>
            </a:r>
            <a:r>
              <a:rPr b="1" dirty="0" smtClean="0"/>
              <a:t>Communication</a:t>
            </a:r>
            <a:r>
              <a:rPr lang="en-US" b="1" dirty="0" smtClean="0"/>
              <a:t> </a:t>
            </a:r>
            <a:r>
              <a:rPr lang="en-US" b="1" dirty="0"/>
              <a:t>V</a:t>
            </a:r>
            <a:r>
              <a:rPr lang="en-US" b="1" dirty="0" smtClean="0"/>
              <a:t>ia Emails</a:t>
            </a:r>
            <a:endParaRPr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464808" y="4864608"/>
            <a:ext cx="4758034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Generates professional HR </a:t>
            </a:r>
            <a:r>
              <a:rPr b="1" dirty="0" smtClean="0"/>
              <a:t>email</a:t>
            </a:r>
            <a:r>
              <a:rPr lang="en-US" b="1" dirty="0" smtClean="0"/>
              <a:t>s such warnings or updates</a:t>
            </a:r>
            <a:r>
              <a:rPr b="1" dirty="0" smtClean="0"/>
              <a:t>.</a:t>
            </a:r>
            <a:endParaRPr b="1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96796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rPr b="1"/>
              <a:t>3.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853" y="6473952"/>
            <a:ext cx="30893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 b="1"/>
              <a:t>HR-AI Manager  |  Artificial Intelligence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5166360" cy="1389888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3152" cy="1389888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86968" y="1225295"/>
            <a:ext cx="9573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7" y="1664206"/>
            <a:ext cx="4743811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Protect employee/payroll information; secure password hashing; RBAC; authorized APIs; restricted AI data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166360" cy="1389888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73152" cy="138988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6464807" y="1225295"/>
            <a:ext cx="13937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664207"/>
            <a:ext cx="4236561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Fast normal HR requests; efficient attendance, leave and payroll processing; acceptable AI response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97480"/>
            <a:ext cx="5166360" cy="1389888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Rectangle 13"/>
          <p:cNvSpPr/>
          <p:nvPr/>
        </p:nvSpPr>
        <p:spPr>
          <a:xfrm>
            <a:off x="685800" y="2697480"/>
            <a:ext cx="73152" cy="1389888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886968" y="2825496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9" y="3264408"/>
            <a:ext cx="4743810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Consistent payroll and leave calculations; logging of important HR operations; minimize errors and data loss.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97480"/>
            <a:ext cx="5166360" cy="1389888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Rectangle 17"/>
          <p:cNvSpPr/>
          <p:nvPr/>
        </p:nvSpPr>
        <p:spPr>
          <a:xfrm>
            <a:off x="6263640" y="2697480"/>
            <a:ext cx="73152" cy="1389888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TextBox 18"/>
          <p:cNvSpPr txBox="1"/>
          <p:nvPr/>
        </p:nvSpPr>
        <p:spPr>
          <a:xfrm>
            <a:off x="6464807" y="2825496"/>
            <a:ext cx="10111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Usability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264408"/>
            <a:ext cx="4055606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Simple interface, little training for common tasks, and natural-language interaction.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5166360" cy="1389888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Rectangle 21"/>
          <p:cNvSpPr/>
          <p:nvPr/>
        </p:nvSpPr>
        <p:spPr>
          <a:xfrm>
            <a:off x="685800" y="4297680"/>
            <a:ext cx="73152" cy="138988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" name="TextBox 22"/>
          <p:cNvSpPr txBox="1"/>
          <p:nvPr/>
        </p:nvSpPr>
        <p:spPr>
          <a:xfrm>
            <a:off x="886968" y="4425696"/>
            <a:ext cx="2479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Maintainability &amp;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864607"/>
            <a:ext cx="4493554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Separate HR, AI, database and authentication services; updateable policies/rules; authorized access only.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12300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rPr b="1"/>
              <a:t>4. Framework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853" y="6473952"/>
            <a:ext cx="30893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 b="1"/>
              <a:t>HR-AI Manager  |  Artificial Intelligence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2788920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73152" cy="78638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86968" y="1179576"/>
            <a:ext cx="9492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18488"/>
            <a:ext cx="828817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170431"/>
            <a:ext cx="57772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rPr b="1"/>
              <a:t>Employee, HR and manager dashboards, forms and AI chat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2788920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73152" cy="78638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" name="TextBox 11"/>
          <p:cNvSpPr txBox="1"/>
          <p:nvPr/>
        </p:nvSpPr>
        <p:spPr>
          <a:xfrm>
            <a:off x="886968" y="2139696"/>
            <a:ext cx="17430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Python +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578608"/>
            <a:ext cx="803297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30552"/>
            <a:ext cx="62973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rPr b="1"/>
              <a:t>REST APIs, validation, business logic, database and AI service connections.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71800"/>
            <a:ext cx="2788920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" name="Rectangle 15"/>
          <p:cNvSpPr/>
          <p:nvPr/>
        </p:nvSpPr>
        <p:spPr>
          <a:xfrm>
            <a:off x="685800" y="2971800"/>
            <a:ext cx="73152" cy="786384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" name="TextBox 16"/>
          <p:cNvSpPr txBox="1"/>
          <p:nvPr/>
        </p:nvSpPr>
        <p:spPr>
          <a:xfrm>
            <a:off x="886968" y="3099816"/>
            <a:ext cx="8352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538728"/>
            <a:ext cx="867417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090672"/>
            <a:ext cx="69271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rPr b="1"/>
              <a:t>Structured storage for employees, attendance, leaves, payroll, dues and audit logs.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31920"/>
            <a:ext cx="2788920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" name="Rectangle 20"/>
          <p:cNvSpPr/>
          <p:nvPr/>
        </p:nvSpPr>
        <p:spPr>
          <a:xfrm>
            <a:off x="685800" y="3931920"/>
            <a:ext cx="73152" cy="78638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TextBox 21"/>
          <p:cNvSpPr txBox="1"/>
          <p:nvPr/>
        </p:nvSpPr>
        <p:spPr>
          <a:xfrm>
            <a:off x="886968" y="4059936"/>
            <a:ext cx="23134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LLM/NLP + AI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498848"/>
            <a:ext cx="749564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AI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050792"/>
            <a:ext cx="67287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rPr b="1"/>
              <a:t>Natural-language understanding, explanations, summaries and pattern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2040"/>
            <a:ext cx="2788920" cy="786384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6" name="Rectangle 25"/>
          <p:cNvSpPr/>
          <p:nvPr/>
        </p:nvSpPr>
        <p:spPr>
          <a:xfrm>
            <a:off x="685800" y="4892040"/>
            <a:ext cx="73152" cy="78638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7" name="TextBox 26"/>
          <p:cNvSpPr txBox="1"/>
          <p:nvPr/>
        </p:nvSpPr>
        <p:spPr>
          <a:xfrm>
            <a:off x="886968" y="5020055"/>
            <a:ext cx="17828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SMTP / Gmail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458968"/>
            <a:ext cx="1338187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010912"/>
            <a:ext cx="55877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rPr b="1"/>
              <a:t>Approved HR notifications and AI-assisted email communications.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53898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9757" y="6473952"/>
            <a:ext cx="292740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HR-AI Manager  |  Artificial Intelligence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73152" cy="1325880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271016"/>
            <a:ext cx="6215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09928"/>
            <a:ext cx="1220783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143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8920" y="1143000"/>
            <a:ext cx="73152" cy="13258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1271016"/>
            <a:ext cx="9492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1709928"/>
            <a:ext cx="2165208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Dashboards / Forms / AI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143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74920" y="1143000"/>
            <a:ext cx="73152" cy="132588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1271016"/>
            <a:ext cx="8959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1709928"/>
            <a:ext cx="1161985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Backend &amp;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143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20" y="1143000"/>
            <a:ext cx="73152" cy="1325880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2088" y="1271016"/>
            <a:ext cx="13351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Auth + RBAC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1709928"/>
            <a:ext cx="1680781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Identity &amp;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143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46920" y="1143000"/>
            <a:ext cx="73152" cy="13258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48088" y="1271016"/>
            <a:ext cx="17034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HR Rules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1709928"/>
            <a:ext cx="1371600" cy="65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Attendance / Leave / Payroll / Dues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3429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920240" y="3429000"/>
            <a:ext cx="73152" cy="132588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21408" y="3557016"/>
            <a:ext cx="9244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AI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3995928"/>
            <a:ext cx="2089033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NLP / Analytics / Summaries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3429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74920" y="3429000"/>
            <a:ext cx="73152" cy="1325880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3557016"/>
            <a:ext cx="8352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3995928"/>
            <a:ext cx="1616020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HR Data &amp; Audit Logs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429000"/>
            <a:ext cx="1965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3429000"/>
            <a:ext cx="73152" cy="13258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30768" y="3557016"/>
            <a:ext cx="11897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t>Email /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3995928"/>
            <a:ext cx="1052852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1572768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2"/>
                </a:solidFill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1572768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2"/>
                </a:solidFill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1572768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2"/>
                </a:solidFill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1572768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2"/>
                </a:solidFill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3840480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2"/>
                </a:solidFill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840480"/>
            <a:ext cx="43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2"/>
                </a:solidFill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6271" y="5212080"/>
            <a:ext cx="98489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756"/>
                </a:solidFill>
                <a:latin typeface="Aptos"/>
              </a:defRPr>
            </a:pPr>
            <a:r>
              <a:t>Core principle: deterministic HR calculations remain separate from the AI layer for reliability.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05236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rPr b="1"/>
              <a:t>6. Architecture — Layer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853" y="6473952"/>
            <a:ext cx="30893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 b="1"/>
              <a:t>HR-AI Manager  |  Artificial Intelligence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5166360" cy="13533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3152" cy="135331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86968" y="1225295"/>
            <a:ext cx="13826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64207"/>
            <a:ext cx="4464678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React.js provides employee, HR and manager dashboards, forms and the AI chat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166360" cy="13533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73152" cy="135331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6464807" y="1225295"/>
            <a:ext cx="14706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Backend /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664207"/>
            <a:ext cx="4594620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FastAPI receives requests, validates input, applies business logic and connects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70048"/>
            <a:ext cx="5166360" cy="13533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Rectangle 13"/>
          <p:cNvSpPr/>
          <p:nvPr/>
        </p:nvSpPr>
        <p:spPr>
          <a:xfrm>
            <a:off x="685800" y="2670048"/>
            <a:ext cx="73152" cy="1353312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886968" y="2798064"/>
            <a:ext cx="30487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Authentication &amp; 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236976"/>
            <a:ext cx="5593326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Verifies identity, role and permissions before protected HR data is accessed.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70048"/>
            <a:ext cx="5166360" cy="13533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Rectangle 17"/>
          <p:cNvSpPr/>
          <p:nvPr/>
        </p:nvSpPr>
        <p:spPr>
          <a:xfrm>
            <a:off x="6263640" y="2670048"/>
            <a:ext cx="73152" cy="135331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TextBox 18"/>
          <p:cNvSpPr txBox="1"/>
          <p:nvPr/>
        </p:nvSpPr>
        <p:spPr>
          <a:xfrm>
            <a:off x="6464807" y="2798064"/>
            <a:ext cx="26987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HR Services + Rules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236976"/>
            <a:ext cx="4521469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Handles attendance, leave, payroll, deductions, overtime and dues using deterministic rules.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42816"/>
            <a:ext cx="5166360" cy="13533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Rectangle 21"/>
          <p:cNvSpPr/>
          <p:nvPr/>
        </p:nvSpPr>
        <p:spPr>
          <a:xfrm>
            <a:off x="685800" y="4242816"/>
            <a:ext cx="73152" cy="135331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" name="TextBox 22"/>
          <p:cNvSpPr txBox="1"/>
          <p:nvPr/>
        </p:nvSpPr>
        <p:spPr>
          <a:xfrm>
            <a:off x="886968" y="4370831"/>
            <a:ext cx="9244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AI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809744"/>
            <a:ext cx="4714935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Handles NLP, explanations, analytics, summaries, anomaly detection and communication generation.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242816"/>
            <a:ext cx="5166360" cy="13533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6" name="Rectangle 25"/>
          <p:cNvSpPr/>
          <p:nvPr/>
        </p:nvSpPr>
        <p:spPr>
          <a:xfrm>
            <a:off x="6263640" y="4242816"/>
            <a:ext cx="73152" cy="1353312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7" name="TextBox 26"/>
          <p:cNvSpPr txBox="1"/>
          <p:nvPr/>
        </p:nvSpPr>
        <p:spPr>
          <a:xfrm>
            <a:off x="6464807" y="4370831"/>
            <a:ext cx="10832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4971" y="4666278"/>
            <a:ext cx="5817029" cy="4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Stores employees, departments, attendance, leaves, payroll, dues, notifications, users, roles, HR actions and audit logs.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0868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rPr b="1"/>
              <a:t>7. Latency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853" y="6473952"/>
            <a:ext cx="30893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 b="1"/>
              <a:t>HR-AI Manager  |  Artificial Intelligence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73152" cy="1874519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86968" y="1271016"/>
            <a:ext cx="9234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09928"/>
            <a:ext cx="5010912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 dirty="0"/>
              <a:t>Normal HR operations should be fast. Attendance lookup, leave balance and payroll calculation are handled directly by the backend/rules engine. AI requests may take longer because of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21208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73152" cy="1874519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6373368" y="1271016"/>
            <a:ext cx="21730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Latency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09928"/>
            <a:ext cx="4753436" cy="65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Database indexing and optimized queries; efficient FastAPI endpoints; caching where appropriate; small targeted AI context; asynchronous email 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21208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Rectangle 13"/>
          <p:cNvSpPr/>
          <p:nvPr/>
        </p:nvSpPr>
        <p:spPr>
          <a:xfrm>
            <a:off x="685800" y="3429000"/>
            <a:ext cx="73152" cy="1874519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886968" y="3557016"/>
            <a:ext cx="11719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95927"/>
            <a:ext cx="4734186" cy="65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Start with a small organization and later scale to more employees, departments, HR managers, records, AI queries and multiple branches.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521208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Rectangle 17"/>
          <p:cNvSpPr/>
          <p:nvPr/>
        </p:nvSpPr>
        <p:spPr>
          <a:xfrm>
            <a:off x="6172200" y="3429000"/>
            <a:ext cx="73152" cy="1874519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TextBox 18"/>
          <p:cNvSpPr txBox="1"/>
          <p:nvPr/>
        </p:nvSpPr>
        <p:spPr>
          <a:xfrm>
            <a:off x="6373368" y="3557016"/>
            <a:ext cx="19863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Scalability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95928"/>
            <a:ext cx="4753436" cy="84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Modular backend; separate frontend/backend services; efficient relational database; optimized queries; multiple backend instances when required; cloud infrastructure and scalable AI integration.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13897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6"/>
                </a:solidFill>
                <a:latin typeface="Aptos Display"/>
              </a:defRPr>
            </a:pPr>
            <a:r>
              <a:rPr b="1"/>
              <a:t>8. Expected Results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853" y="6473952"/>
            <a:ext cx="30893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 b="1"/>
              <a:t>HR-AI Manager  |  Artificial Intelligence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73152" cy="89611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41247" y="1179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18488"/>
            <a:ext cx="2467342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Reduced repetitive HR workload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51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73152" cy="89611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6464808" y="1179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618488"/>
            <a:ext cx="3799245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Faster employee responses and routine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Rectangle 13"/>
          <p:cNvSpPr/>
          <p:nvPr/>
        </p:nvSpPr>
        <p:spPr>
          <a:xfrm>
            <a:off x="640080" y="2194560"/>
            <a:ext cx="73152" cy="896112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841247" y="2322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761488"/>
            <a:ext cx="3494162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More consistent payroll and leave calculations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194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73152" cy="89611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" name="TextBox 18"/>
          <p:cNvSpPr txBox="1"/>
          <p:nvPr/>
        </p:nvSpPr>
        <p:spPr>
          <a:xfrm>
            <a:off x="6464808" y="2322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761488"/>
            <a:ext cx="3018647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Improved attendance and dues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37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Rectangle 21"/>
          <p:cNvSpPr/>
          <p:nvPr/>
        </p:nvSpPr>
        <p:spPr>
          <a:xfrm>
            <a:off x="640080" y="3337560"/>
            <a:ext cx="73152" cy="89611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" name="TextBox 22"/>
          <p:cNvSpPr txBox="1"/>
          <p:nvPr/>
        </p:nvSpPr>
        <p:spPr>
          <a:xfrm>
            <a:off x="841247" y="3465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904487"/>
            <a:ext cx="2968120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Faster HR reports and communications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37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6" name="Rectangle 25"/>
          <p:cNvSpPr/>
          <p:nvPr/>
        </p:nvSpPr>
        <p:spPr>
          <a:xfrm>
            <a:off x="6263640" y="3337560"/>
            <a:ext cx="73152" cy="896112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7" name="TextBox 26"/>
          <p:cNvSpPr txBox="1"/>
          <p:nvPr/>
        </p:nvSpPr>
        <p:spPr>
          <a:xfrm>
            <a:off x="6464808" y="3465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904487"/>
            <a:ext cx="2950167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Early identification of unusual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0" name="Rectangle 29"/>
          <p:cNvSpPr/>
          <p:nvPr/>
        </p:nvSpPr>
        <p:spPr>
          <a:xfrm>
            <a:off x="640080" y="4480560"/>
            <a:ext cx="73152" cy="89611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1" name="TextBox 30"/>
          <p:cNvSpPr txBox="1"/>
          <p:nvPr/>
        </p:nvSpPr>
        <p:spPr>
          <a:xfrm>
            <a:off x="841247" y="4608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047488"/>
            <a:ext cx="3426323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Centralized and secure employee information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480560"/>
            <a:ext cx="5257800" cy="89611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4" name="Rectangle 33"/>
          <p:cNvSpPr/>
          <p:nvPr/>
        </p:nvSpPr>
        <p:spPr>
          <a:xfrm>
            <a:off x="6263640" y="4480560"/>
            <a:ext cx="73152" cy="89611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5" name="TextBox 34"/>
          <p:cNvSpPr txBox="1"/>
          <p:nvPr/>
        </p:nvSpPr>
        <p:spPr>
          <a:xfrm>
            <a:off x="6464808" y="4608576"/>
            <a:ext cx="9380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Result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5047488"/>
            <a:ext cx="4134209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Better decision support while preserving human 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623560"/>
            <a:ext cx="850392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8" name="Rectangle 37"/>
          <p:cNvSpPr/>
          <p:nvPr/>
        </p:nvSpPr>
        <p:spPr>
          <a:xfrm>
            <a:off x="1828800" y="5623560"/>
            <a:ext cx="73152" cy="56692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9" name="TextBox 38"/>
          <p:cNvSpPr txBox="1"/>
          <p:nvPr/>
        </p:nvSpPr>
        <p:spPr>
          <a:xfrm>
            <a:off x="2029968" y="5751576"/>
            <a:ext cx="12522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756"/>
                </a:solidFill>
                <a:latin typeface="Aptos"/>
              </a:defRPr>
            </a:pPr>
            <a:r>
              <a:rPr b="1"/>
              <a:t>Conclusion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9968" y="6190488"/>
            <a:ext cx="10123220" cy="280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3282D"/>
                </a:solidFill>
                <a:latin typeface="Aptos"/>
              </a:defRPr>
            </a:pPr>
            <a:r>
              <a:rPr b="1"/>
              <a:t>HR-AI Manager combines conventional HR modules with AI assistance while keeping critical HR calculations reliable and human-controlled.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39757" y="6473952"/>
            <a:ext cx="292740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HR-AI Manager  |  Artificial Intelligence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5784" y="1005840"/>
            <a:ext cx="262995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3756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173" y="1828800"/>
            <a:ext cx="38211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66092"/>
                </a:solidFill>
              </a:defRPr>
            </a:pPr>
            <a:r>
              <a:t>HR-AI Manager — 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7437" y="2651760"/>
            <a:ext cx="2266646" cy="16389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F6973"/>
                </a:solidFill>
              </a:defRPr>
            </a:pPr>
            <a:r>
              <a:t>Presented by</a:t>
            </a:r>
          </a:p>
          <a:p>
            <a:pPr algn="ctr">
              <a:spcAft>
                <a:spcPts val="500"/>
              </a:spcAft>
              <a:defRPr sz="1800">
                <a:solidFill>
                  <a:srgbClr val="23282D"/>
                </a:solidFill>
              </a:defRPr>
            </a:pPr>
            <a:r>
              <a:t>AHMED WAQAR ANFA</a:t>
            </a:r>
          </a:p>
          <a:p>
            <a:pPr algn="ctr">
              <a:spcAft>
                <a:spcPts val="500"/>
              </a:spcAft>
              <a:defRPr sz="1800">
                <a:solidFill>
                  <a:srgbClr val="23282D"/>
                </a:solidFill>
              </a:defRPr>
            </a:pPr>
            <a:r>
              <a:t>USMAN ALI ZAFAR</a:t>
            </a:r>
          </a:p>
          <a:p>
            <a:pPr algn="ctr">
              <a:spcAft>
                <a:spcPts val="500"/>
              </a:spcAft>
              <a:defRPr sz="1800">
                <a:solidFill>
                  <a:srgbClr val="23282D"/>
                </a:solidFill>
              </a:defRPr>
            </a:pPr>
            <a:r>
              <a:t>SOHAIB JAMIL</a:t>
            </a:r>
          </a:p>
          <a:p>
            <a:pPr algn="ctr">
              <a:spcAft>
                <a:spcPts val="500"/>
              </a:spcAft>
              <a:defRPr sz="1800">
                <a:solidFill>
                  <a:srgbClr val="23282D"/>
                </a:solidFill>
              </a:defRPr>
            </a:pPr>
            <a:r>
              <a:t>M ANSHAL HAIDER</a:t>
            </a:r>
          </a:p>
        </p:txBody>
      </p:sp>
    </p:spTree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</TotalTime>
  <Words>934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Ahmad Anfa</cp:lastModifiedBy>
  <cp:revision>10</cp:revision>
  <dcterms:created xsi:type="dcterms:W3CDTF">2013-01-27T09:14:16Z</dcterms:created>
  <dcterms:modified xsi:type="dcterms:W3CDTF">2026-09-22T16:38:53Z</dcterms:modified>
  <cp:category/>
</cp:coreProperties>
</file>